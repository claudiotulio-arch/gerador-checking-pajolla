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0" r:id="rId3"/>
    <p:sldId id="263" r:id="rId4"/>
    <p:sldId id="265" r:id="rId5"/>
    <p:sldId id="272" r:id="rId6"/>
    <p:sldId id="267" r:id="rId7"/>
    <p:sldId id="268" r:id="rId8"/>
    <p:sldId id="271" r:id="rId9"/>
    <p:sldId id="262" r:id="rId10"/>
    <p:sldId id="261" r:id="rId11"/>
    <p:sldId id="264" r:id="rId12"/>
    <p:sldId id="266" r:id="rId13"/>
  </p:sldIdLst>
  <p:sldSz cx="9144000" cy="5143500" type="screen16x9"/>
  <p:notesSz cx="6858000" cy="9144000"/>
  <p:embeddedFontLst>
    <p:embeddedFont>
      <p:font typeface="Cairo" panose="020B0604020202020204" charset="-78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74209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045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C0063CB2-3E93-D937-4206-B2302C75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B0224735-DBE3-9A02-3627-CC15AA989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42328B11-956B-0129-DD77-0B1F9D4FA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767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D78D2EFE-EA9A-9689-6067-0A3D5306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0AA66162-C192-6856-3DA2-C9250EFE6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605CCF7E-B8EF-A1C0-4508-867427EC3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70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455BB5EB-D73B-024A-2530-ECCFFCBC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6CA7CA86-1736-24D2-AC07-78EF437BF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6D50B1EA-CEE5-055C-00DF-1BA049617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073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FFC915E5-8BD6-740E-3E6F-0F29567B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C1E77BA2-B70D-2DD9-21DC-5FAD06B4E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F1EDD51C-C442-BAF3-D0F5-5BFD80B87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817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7D629646-D3FD-4D6B-0BC7-FA54670F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BF052301-19D6-EB17-FC61-806C9219D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D962F66D-C43F-9F57-3D5F-22A87ABD7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173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F9DE5048-8E58-5597-CC0A-1998ECF4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7868BCEF-A098-966A-89EC-7EACA4500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712D359F-F69B-3E89-F701-8CAA1E471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746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C4849F3B-D4D6-2E35-341D-1F4FD601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AF130C34-4AF1-3745-442C-6B38D1B01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3E6DBE83-3E5C-0E13-13B5-C26062B5B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581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F0388071-4418-D7A9-045A-3391B291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2EDB6306-F23F-2433-0E1A-65E3B9A7B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F00A7E5C-6AB2-8F28-F102-EAEB75CFF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052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E2A4E914-EC4D-DF00-4680-57BEE983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78CFEB73-7A61-F7D6-7C2B-C49681DE1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C73F306F-B784-3B3F-B117-2C90E9803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6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5BDDB9C1-B34C-5262-9A21-1EF47965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E7557E2F-1E16-5B41-630B-01DF8B55D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530D4FD6-955C-985B-409C-0EE38E971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007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xmlns="" id="{14E634AC-525D-9CDF-5224-F114DE33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c3723c2_0_56:notes">
            <a:extLst>
              <a:ext uri="{FF2B5EF4-FFF2-40B4-BE49-F238E27FC236}">
                <a16:creationId xmlns:a16="http://schemas.microsoft.com/office/drawing/2014/main" xmlns="" id="{2EE61F37-4810-DD34-1A51-DB09D171E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c3723c2_0_56:notes">
            <a:extLst>
              <a:ext uri="{FF2B5EF4-FFF2-40B4-BE49-F238E27FC236}">
                <a16:creationId xmlns:a16="http://schemas.microsoft.com/office/drawing/2014/main" xmlns="" id="{A06729E8-4905-CAEF-13E2-933B42AF2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800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590317" y="1338896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292966" y="1414050"/>
            <a:ext cx="1778400" cy="27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189388" y="1370096"/>
            <a:ext cx="1626355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Nº do Contrato/P.I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725337" y="1414050"/>
            <a:ext cx="1778400" cy="27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2984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" name="Google Shape;68;p14">
            <a:extLst>
              <a:ext uri="{FF2B5EF4-FFF2-40B4-BE49-F238E27FC236}">
                <a16:creationId xmlns:a16="http://schemas.microsoft.com/office/drawing/2014/main" xmlns="" id="{B57F38AD-C62F-4C72-A870-5527B54B5FDC}"/>
              </a:ext>
            </a:extLst>
          </p:cNvPr>
          <p:cNvSpPr txBox="1"/>
          <p:nvPr/>
        </p:nvSpPr>
        <p:spPr>
          <a:xfrm>
            <a:off x="1078350" y="375292"/>
            <a:ext cx="6987300" cy="58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 DE VEICULAÇÃO</a:t>
            </a:r>
            <a:endParaRPr sz="36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xmlns="" id="{F04CAE51-8B4C-319F-CEBD-1E2B24DE4238}"/>
              </a:ext>
            </a:extLst>
          </p:cNvPr>
          <p:cNvSpPr txBox="1"/>
          <p:nvPr/>
        </p:nvSpPr>
        <p:spPr>
          <a:xfrm>
            <a:off x="2618509" y="1967484"/>
            <a:ext cx="117014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Campanha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xmlns="" id="{D5420768-7E2B-A570-212B-90A400FADD51}"/>
              </a:ext>
            </a:extLst>
          </p:cNvPr>
          <p:cNvSpPr/>
          <p:nvPr/>
        </p:nvSpPr>
        <p:spPr>
          <a:xfrm>
            <a:off x="3607500" y="2021856"/>
            <a:ext cx="2647827" cy="27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300" dirty="0"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MÍDIA OFF</a:t>
            </a:r>
            <a:endParaRPr sz="1300" dirty="0">
              <a:latin typeface="Cairo" panose="020B0604020202020204" charset="-78"/>
              <a:ea typeface="Cairo"/>
              <a:cs typeface="Cairo" panose="020B0604020202020204" charset="-78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D205B5DC-5953-79F9-915E-A3357FD1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51D1F111-67C0-59AC-5CC7-33FE8FD4BC24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FOTO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229E3481-D6F2-F6FC-F874-0D1A678E4116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D2008C41-8E4A-9042-8EA5-31320F9950AA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5CE58B56-A695-A811-E930-DA4A66F96DDE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 smtClean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PERÍODO: MAI-JUN/ 2026</a:t>
            </a:r>
            <a:endParaRPr b="1" dirty="0">
              <a:solidFill>
                <a:schemeClr val="lt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05CCF94F-451A-0547-9430-AC0869591252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60D3259F-9EA2-3401-3606-3545AEEE45B4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B2A45C68-E746-F5E5-B2C0-6E0400527ED8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291474D2-445D-A4CB-7DB3-59EDF0E42D72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015A83C9-4843-D665-33A0-8976FC28FA54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45A96E2B-6892-2685-3A45-913F78CA5C9E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14E0F833-74E6-9301-C5A9-A5D50764E0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6A801EB5-8544-FB05-9DB8-2B0C6FBD3660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 smtClean="0">
                <a:latin typeface="Cairo"/>
                <a:ea typeface="Cairo"/>
                <a:cs typeface="Cairo"/>
                <a:sym typeface="Cairo"/>
              </a:rPr>
              <a:t>SURF CENTER</a:t>
            </a:r>
            <a:endParaRPr lang="pt-BR"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742533C0-B900-F808-6129-00342C640DFF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92689A3B-4D4B-9F50-449F-0CCE82B9F697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381E9CDE-B133-CDF6-8243-78B88548E101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5FA1EC8C-1C5A-CF90-182E-8225367C0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915FE70F-33FF-A4BA-FC89-F86D143BE5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14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F3C82F80-C7FB-A2EE-8096-FA02371E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49CFD47C-8B1A-CCC4-5CE1-A6C1271D92A7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0D6B5496-FFFA-22C2-020D-A11615995C62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BE41A0FC-2B7B-0DEF-DDFE-0F9CC9F2CAAD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17561DA7-8A97-9996-0413-56BBD927A383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74DE633A-3BC6-0CFB-9282-169D7679FD2C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DB648EC5-619D-1A1E-E4B8-B6880720C7FD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C27EE25F-4144-39C3-50FC-C906A097DA2C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47C82454-5DC2-2542-BCFE-65434237D124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3BB2A8C3-17D6-79F6-1431-5CFC5C6530C3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AF275EE6-CFB8-4D52-DC29-C213E2C24F66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2F1494D7-8561-39CF-FEBA-210BE132A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BDE99B47-B076-6BB5-E9F9-75DE8779DF5B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Cairo"/>
                <a:ea typeface="Cairo"/>
                <a:cs typeface="Cairo"/>
                <a:sym typeface="Cairo"/>
              </a:rPr>
              <a:t>LED PISCINA DE ONDAS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B608F958-0514-0DF1-7C90-0E0E786A58A3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77B5EF99-FA37-C547-5AAA-57EC277DDDAB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A677F6A4-5D95-93BC-CB24-9BF289A45891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C988099C-0519-02DC-3826-0AF28C2141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9F4B4A34-F0A2-16DB-1E66-CCEBB4D7E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43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86E9901A-A741-2BB8-96E2-5FA5B9F3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3035DC17-0631-34BF-676E-56FC67CB57A2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28C59B5B-14EB-9F34-F9A2-4EE052940020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075508A3-DFB0-50B4-84F1-E57D97619D34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7FB6904C-348E-252F-3447-C1DD19A55236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6B156DE1-6939-5059-16A0-3DEDE57C7B01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77E25E20-A4AC-D4BB-75F7-AF251689E24C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60D680D0-A01A-8F9E-B901-17238212304D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13623582-0F29-0428-9DFB-840361C3500E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ED4638C6-422B-0044-4132-2859F8A4E075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068399BF-BC9B-5981-7CBF-2D5E37BD40A0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7A45DC93-A5B8-9F68-2AF8-71C565051E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A0AD432B-7B5C-5C41-1386-A1DA7D01C147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TOTEM DIGITAL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176EC19F-9182-8856-2141-EC496863A18C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AA1AC49F-48BB-0E76-7AEB-0C617A2439DC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521FBB5D-69FB-DC4B-B47C-DB6672EDF174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04D8D5DC-0B01-5EFF-5B5D-451A4AC12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2DE113D5-8E8A-B9BD-1786-DA6990D727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80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75871925-3DAA-CD02-602C-CB1370B56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BE065A65-B046-5223-6D6C-6C7BB166C92E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12545919-2AC7-C224-F9C4-35C217BC8BAB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A088FB5F-0FFC-67F7-97F8-939DBAF49FE2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3979677A-B3E7-BB0D-25B4-1A779534640A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D0C3958E-A415-BD77-07C4-8E61609FB29F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EAB05008-06A3-AB28-C3B1-6BB20256F695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F19C24A1-9AA2-1D4F-6289-7516AF59D3CB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4F331407-E35B-CB2D-7E64-875FB7288183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53197C66-E896-ECC8-1CDE-0859FB18EBA0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C1C21301-229A-E6AB-EE15-EA2D76F405A1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64FFD612-707A-D47B-9E2A-15B7AC1954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8D340651-6FBF-9ED1-130F-EB75B6ACAE9F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PASSARELA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94490815-3E1C-6877-7320-F57431A7BC9E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C0FCC394-E276-A3C5-BABB-20DE8ADA8762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EF56F158-937F-9982-2187-E7F9CE65BEBA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27443EBB-22A9-526E-28BC-21F7411614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45CAB738-7109-6EDF-CFA7-79F991225B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04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DB5577F2-DF59-8813-3415-89FF4226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B3491934-E647-A500-A2CD-4C1ECDDD633E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D65BC15C-E192-8E63-4834-D903F48967D3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9C88DEB0-C5A1-17F7-37A0-C41B3139BA29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ECE45A47-4AEF-E88E-4831-17CCD3D8D3B9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D8AE3DED-C590-1BA4-FFFC-61FE68A90AF9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C621BC4B-2E0A-E63C-EE94-799D624F6231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D96E49CF-26E3-C408-B369-342D67A818D7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BED13838-C960-4597-FCE9-E94878F48C2C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BDB0C660-5EA2-E566-011E-D90A5C2F84ED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A1EDB50B-1CF8-8C8C-E73F-DCDD668DC302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8E197D0F-677D-7294-3DF0-615E993AFB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B9E431A3-7BAB-E344-3E76-FC972564B27E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LOUNGE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42197000-123B-782B-1344-71B818A37DD7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B268FE22-69B3-A686-2ED4-33EA5EF8D960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13BCD2C6-AD9A-4919-3AB7-BB14DDB7330B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25314326-6C84-4B4D-C06A-A9D55DEDA5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B75D0F0C-4698-DEBB-2CFC-CF39305962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57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6C2F86BF-FA64-E03D-A0A8-EC17D209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0B347589-6F49-F382-711A-50C382AB654E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30652042-2FAB-03D2-6667-0765547D7771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B0931A02-4E4A-C8A4-A402-545AACA9E699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CFB58A5A-05F8-81FA-24E5-B7CA5608FE79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8CCD696A-EE6E-B39F-E5F8-87B12F934051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11C88F34-DBD5-4187-7EA3-ACB4D0395006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3EFA923D-FE66-96B0-1679-0D6F68CF3AAA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0D5259C4-856D-D4D4-BA74-C47F8A2BCF27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49908977-13A6-CBED-2252-801D62E40E6C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2E63CFE1-D383-A7C1-1012-03371FCEE8C0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B52ABCF5-5E69-EBA9-A0A5-4F715E0D32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EEDB3838-4CB7-F948-29F7-EE97F4D6ABB4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LOUNGE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9F4FD6E8-B472-93B8-5CB7-63699665B57D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7E7AFAF8-8BC7-33B1-D54F-9F87ACD31BE8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6C95638A-CC31-19EA-3C32-D5FC230DB63D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B76E82A8-B9FE-DCE4-E685-F8CAB421FA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B112E810-EFD0-7141-DD8C-1F5F395715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9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6FF27B6F-FD0F-B8A0-F668-7AC339EE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24B3C341-E52F-107E-D894-8E901CF97B87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E9E3CD28-D7AA-A4E6-C0F2-FEAC0AC5AE7E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1E97D09D-9CA2-02CB-7ABB-7A0376435458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2D6E6FFE-1630-5FC1-3D51-5D8B74B1DE7E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A7D20326-44AF-50CB-B493-11EC44361328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3F13ABB0-1DD8-BEAA-F9CF-D6553EE55A57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4F2A3240-4C28-5B64-7AD1-CADC0C7CD211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BB7D4C56-4646-92EF-8959-C3BE739538AC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61144529-FFDA-2C6D-F315-DF07235D1500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AA2C3E17-5E36-11B1-282F-3F3A7AD3471C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CAE8DB59-09B0-978C-5961-6F56983A26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EA744EEB-B46B-EEE3-3F04-94AEF3DB3CC4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SPA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9A307FE2-A5DA-F7AB-778D-0417B0F676B4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26EA6CAD-8B1A-9555-DA68-A52FF5054258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44EBAE84-2CBF-9F97-84D8-462D41A3A6D0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1175D6F9-0C2F-9FFE-1550-E258454914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26F60BF9-8333-2310-9619-EEE715E7F5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556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C41C2804-CE28-3C36-BA93-87D0DD27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75140782-B236-88B0-6A03-E014E716596A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C824FF22-BF1C-0192-9BBC-B8519631E9BF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8D63EB56-6B1B-58DA-1CBC-98ED54D98095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C9C64264-BB8B-9853-8CF6-E0CC60D4ECF6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AFA614DD-A3F4-DAAD-7E56-4B04CDC1D1A8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CBBD7963-1639-DFFC-BE2E-24BC358CDE66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6C90AB17-CC30-90B9-2CD3-035EF9F190A2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53699EF2-A02D-D10D-CF19-6BF90B8A4684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BB076962-8ED0-215F-1D9F-A467F52A3926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E41970E1-DD6D-A843-CF6A-BB30348328F5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C36BAB88-8943-3B7F-F51F-9EC6934193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C3041095-D7F1-3064-5CFA-36508CBF83F9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SKATE PARK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C3844D35-F97C-6042-8F44-2330A5843921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C13843FF-1D04-A5FC-14AE-9DF38AEABDFC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66F77F0D-0CAF-0930-4D38-9760058975DF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290F50BB-37DB-3436-B5BD-D49837B8B6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83626E0E-5481-1B98-6C8D-86AF8CC569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C3982507-59C3-FA79-26F7-CDB8B35C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F11C0CE9-C39B-F9BA-15D2-E6981AA5F342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1C9539A1-A989-2F09-CE45-BD5D69BDE0F4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C1C043ED-68C9-C228-4C22-668758C82E30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649D359D-9E8D-A47D-DA20-2B4F28103D60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1AF293F2-71F0-3062-58B3-461EC8CA65A5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29B46F3B-58B0-DBAA-84A5-76894C664E02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51A60B70-91EB-8959-6BC4-F16A22906536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CA1CE664-9826-7A0C-D082-C1496A51279C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9CB12DAD-1D7F-05FE-CA5D-548D4CB2BA15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AE19978E-02E6-A180-05AD-76902F650D74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77954FEF-F4AB-76C0-24B5-A2DD505C4B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C5436FAB-A46A-19D4-92FA-B7C775544A49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ACADEMIA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E00C3121-90E2-0071-4CF6-7B6708443152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B82C092B-A76E-CFA8-45A4-AA1956B2CA43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FBDA17B5-03F8-30DD-3A06-6F8E44EF7634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EA5FDACE-AF28-0C6B-6078-F70DCC65BF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D0E1B002-6162-D2A6-F62C-DD5B31C90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42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A4933510-CC2C-2019-A7F8-722B0719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350FE8D2-2A8A-6D61-A0C6-A368F9B93F4A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5FDB5944-D553-FCAA-2199-1041948C6BEC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01520193-A6A1-C08B-52F9-A507DBCBDE7C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D63B55DD-875F-05CF-973A-79A77C88496C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DAEF59E9-CE08-F6F4-86EB-2D2019C0389A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E0F5946F-C615-7A3A-72A8-78CFDF3ADBB9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843272F0-82BB-B0B4-25B8-3786F604E620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0D77DA88-3029-83A6-9671-A4EBC1FDC250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F88ED062-3BB4-7B44-7332-FB1333F56AC6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8D3C5545-298D-D77A-5B5E-53D3673267D6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9995FBF1-EEB9-3C02-5046-5ADA0A8939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04A714B5-0FBC-33ED-3621-178B05CA6059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ESPAÇO KIDS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9244F519-C90F-B88B-E624-DF1243BF9EC4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E40FFDEE-F7CD-A449-F831-32A91FACAEF3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1C517E9E-D627-83EF-7CD7-8E92AB88B997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662F32F1-E123-6D59-DD70-6BB91F9C2B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4DB8F59A-9C11-79E4-A12A-BE18C3954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88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xmlns="" id="{2876BE18-DF85-8F10-699C-F70CA1D5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>
            <a:extLst>
              <a:ext uri="{FF2B5EF4-FFF2-40B4-BE49-F238E27FC236}">
                <a16:creationId xmlns:a16="http://schemas.microsoft.com/office/drawing/2014/main" xmlns="" id="{D4A840E8-A15A-D84C-AD70-3D21151A36C6}"/>
              </a:ext>
            </a:extLst>
          </p:cNvPr>
          <p:cNvSpPr/>
          <p:nvPr/>
        </p:nvSpPr>
        <p:spPr>
          <a:xfrm>
            <a:off x="3588423" y="143700"/>
            <a:ext cx="5381277" cy="486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iro"/>
                <a:ea typeface="Cairo"/>
                <a:cs typeface="Cairo"/>
                <a:sym typeface="Cairo"/>
              </a:rPr>
              <a:t>FOTO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5" name="Google Shape;95;p16">
            <a:extLst>
              <a:ext uri="{FF2B5EF4-FFF2-40B4-BE49-F238E27FC236}">
                <a16:creationId xmlns:a16="http://schemas.microsoft.com/office/drawing/2014/main" xmlns="" id="{4E5A65B4-E16A-D677-7989-138BD49CD7CA}"/>
              </a:ext>
            </a:extLst>
          </p:cNvPr>
          <p:cNvSpPr/>
          <p:nvPr/>
        </p:nvSpPr>
        <p:spPr>
          <a:xfrm>
            <a:off x="150925" y="143700"/>
            <a:ext cx="3291522" cy="77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>
            <a:extLst>
              <a:ext uri="{FF2B5EF4-FFF2-40B4-BE49-F238E27FC236}">
                <a16:creationId xmlns:a16="http://schemas.microsoft.com/office/drawing/2014/main" xmlns="" id="{47FA5F5B-31E6-47DB-BB37-87A5AD8E4F9E}"/>
              </a:ext>
            </a:extLst>
          </p:cNvPr>
          <p:cNvSpPr txBox="1"/>
          <p:nvPr/>
        </p:nvSpPr>
        <p:spPr>
          <a:xfrm>
            <a:off x="296901" y="242350"/>
            <a:ext cx="2999569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8872E"/>
                </a:solidFill>
                <a:latin typeface="Cairo"/>
                <a:ea typeface="Cairo"/>
                <a:cs typeface="Cairo"/>
                <a:sym typeface="Cairo"/>
              </a:rPr>
              <a:t>COMPROVANTE</a:t>
            </a:r>
            <a:endParaRPr sz="3200" b="1" dirty="0">
              <a:solidFill>
                <a:srgbClr val="F8872E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6">
            <a:extLst>
              <a:ext uri="{FF2B5EF4-FFF2-40B4-BE49-F238E27FC236}">
                <a16:creationId xmlns:a16="http://schemas.microsoft.com/office/drawing/2014/main" xmlns="" id="{3E3F4D70-04BC-E6C6-9737-DED3CF9DDDEF}"/>
              </a:ext>
            </a:extLst>
          </p:cNvPr>
          <p:cNvSpPr/>
          <p:nvPr/>
        </p:nvSpPr>
        <p:spPr>
          <a:xfrm>
            <a:off x="150925" y="921900"/>
            <a:ext cx="3291522" cy="372600"/>
          </a:xfrm>
          <a:prstGeom prst="rect">
            <a:avLst/>
          </a:prstGeom>
          <a:solidFill>
            <a:srgbClr val="0038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ABR - MAI/2026</a:t>
            </a: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xmlns="" id="{7C9E73EA-3663-E46D-549F-AA87FDCAF854}"/>
              </a:ext>
            </a:extLst>
          </p:cNvPr>
          <p:cNvSpPr txBox="1"/>
          <p:nvPr/>
        </p:nvSpPr>
        <p:spPr>
          <a:xfrm>
            <a:off x="150913" y="1486275"/>
            <a:ext cx="88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Cliente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6">
            <a:extLst>
              <a:ext uri="{FF2B5EF4-FFF2-40B4-BE49-F238E27FC236}">
                <a16:creationId xmlns:a16="http://schemas.microsoft.com/office/drawing/2014/main" xmlns="" id="{AF1AC03B-D826-66F5-6A0F-C73D810AF986}"/>
              </a:ext>
            </a:extLst>
          </p:cNvPr>
          <p:cNvSpPr/>
          <p:nvPr/>
        </p:nvSpPr>
        <p:spPr>
          <a:xfrm>
            <a:off x="853687" y="15167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dirty="0">
                <a:latin typeface="Cairo"/>
                <a:ea typeface="Cairo"/>
                <a:cs typeface="Cairo"/>
                <a:sym typeface="Cairo"/>
              </a:rPr>
              <a:t>BYD</a:t>
            </a:r>
          </a:p>
        </p:txBody>
      </p:sp>
      <p:sp>
        <p:nvSpPr>
          <p:cNvPr id="100" name="Google Shape;100;p16">
            <a:extLst>
              <a:ext uri="{FF2B5EF4-FFF2-40B4-BE49-F238E27FC236}">
                <a16:creationId xmlns:a16="http://schemas.microsoft.com/office/drawing/2014/main" xmlns="" id="{9A02FED3-9A5A-3478-E284-5A584982A689}"/>
              </a:ext>
            </a:extLst>
          </p:cNvPr>
          <p:cNvSpPr txBox="1"/>
          <p:nvPr/>
        </p:nvSpPr>
        <p:spPr>
          <a:xfrm>
            <a:off x="150913" y="3058725"/>
            <a:ext cx="21159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Atendimento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6">
            <a:extLst>
              <a:ext uri="{FF2B5EF4-FFF2-40B4-BE49-F238E27FC236}">
                <a16:creationId xmlns:a16="http://schemas.microsoft.com/office/drawing/2014/main" xmlns="" id="{AF453F79-35E2-69A8-AB82-E68CECDC3983}"/>
              </a:ext>
            </a:extLst>
          </p:cNvPr>
          <p:cNvSpPr txBox="1"/>
          <p:nvPr/>
        </p:nvSpPr>
        <p:spPr>
          <a:xfrm>
            <a:off x="150913" y="35620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Período</a:t>
            </a:r>
            <a:endParaRPr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xmlns="" id="{BC4182C2-2EEF-122B-84DC-1A70163D9894}"/>
              </a:ext>
            </a:extLst>
          </p:cNvPr>
          <p:cNvSpPr txBox="1"/>
          <p:nvPr/>
        </p:nvSpPr>
        <p:spPr>
          <a:xfrm>
            <a:off x="150913" y="205202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Mídia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xmlns="" id="{1DDA05F4-5E18-9AB4-B1FA-8510B6C35A6D}"/>
              </a:ext>
            </a:extLst>
          </p:cNvPr>
          <p:cNvSpPr txBox="1"/>
          <p:nvPr/>
        </p:nvSpPr>
        <p:spPr>
          <a:xfrm>
            <a:off x="150913" y="2555375"/>
            <a:ext cx="8838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Local</a:t>
            </a:r>
            <a:endParaRPr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04" name="Google Shape;104;p16" title="pj.png">
            <a:extLst>
              <a:ext uri="{FF2B5EF4-FFF2-40B4-BE49-F238E27FC236}">
                <a16:creationId xmlns:a16="http://schemas.microsoft.com/office/drawing/2014/main" xmlns="" id="{C5981E2F-9AB6-D7D0-9F1F-B9A1E814B7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0437"/>
          <a:stretch/>
        </p:blipFill>
        <p:spPr>
          <a:xfrm>
            <a:off x="1060259" y="4407674"/>
            <a:ext cx="1472851" cy="4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>
            <a:extLst>
              <a:ext uri="{FF2B5EF4-FFF2-40B4-BE49-F238E27FC236}">
                <a16:creationId xmlns:a16="http://schemas.microsoft.com/office/drawing/2014/main" xmlns="" id="{CA54CDAB-D549-A398-F3E5-4FE123662640}"/>
              </a:ext>
            </a:extLst>
          </p:cNvPr>
          <p:cNvSpPr/>
          <p:nvPr/>
        </p:nvSpPr>
        <p:spPr>
          <a:xfrm>
            <a:off x="757375" y="2062674"/>
            <a:ext cx="2685072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COWORKING – SURF CENTER</a:t>
            </a: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xmlns="" id="{3C45787C-9A2E-E35D-96B3-19701F8966EE}"/>
              </a:ext>
            </a:extLst>
          </p:cNvPr>
          <p:cNvSpPr/>
          <p:nvPr/>
        </p:nvSpPr>
        <p:spPr>
          <a:xfrm>
            <a:off x="853687" y="2566028"/>
            <a:ext cx="2588760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Cairo"/>
                <a:ea typeface="Cairo"/>
                <a:cs typeface="Cairo"/>
                <a:sym typeface="Cairo"/>
              </a:rPr>
              <a:t>CURITIBA</a:t>
            </a:r>
            <a:endParaRPr sz="130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xmlns="" id="{CE38187D-877A-0C21-5557-E27EE7687F94}"/>
              </a:ext>
            </a:extLst>
          </p:cNvPr>
          <p:cNvSpPr/>
          <p:nvPr/>
        </p:nvSpPr>
        <p:spPr>
          <a:xfrm>
            <a:off x="1364375" y="3084974"/>
            <a:ext cx="2078072" cy="37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SHINOHARA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xmlns="" id="{6936FA35-0337-CF4A-6A0C-D035FBB04A4B}"/>
              </a:ext>
            </a:extLst>
          </p:cNvPr>
          <p:cNvSpPr/>
          <p:nvPr/>
        </p:nvSpPr>
        <p:spPr>
          <a:xfrm>
            <a:off x="959700" y="3572724"/>
            <a:ext cx="2482747" cy="33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iro"/>
                <a:ea typeface="Cairo"/>
                <a:cs typeface="Cairo"/>
                <a:sym typeface="Cairo"/>
              </a:rPr>
              <a:t>15/04 a 14/05</a:t>
            </a: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1E03094D-5F33-4B29-A430-07A6398FC0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FDF045C0-F8D4-3BE2-6CB8-93A9278647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2603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4347</TotalTime>
  <Words>238</Words>
  <Application>Microsoft Office PowerPoint</Application>
  <PresentationFormat>Apresentação na tela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Cairo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Kienen Tulio</dc:creator>
  <cp:lastModifiedBy>LENOVO JKCN42WW</cp:lastModifiedBy>
  <cp:revision>7</cp:revision>
  <dcterms:modified xsi:type="dcterms:W3CDTF">2026-06-08T14:26:06Z</dcterms:modified>
</cp:coreProperties>
</file>